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9.xml.rels" ContentType="application/vnd.openxmlformats-package.relationships+xml"/>
  <Override PartName="/ppt/slides/_rels/slide11.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11.png" ContentType="image/png"/>
  <Override PartName="/ppt/media/image2.png" ContentType="image/png"/>
  <Override PartName="/ppt/media/image24.png" ContentType="image/png"/>
  <Override PartName="/ppt/media/image23.png" ContentType="image/png"/>
  <Override PartName="/ppt/media/image22.png" ContentType="image/png"/>
  <Override PartName="/ppt/media/image21.png" ContentType="image/png"/>
  <Override PartName="/ppt/media/image19.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7.png" ContentType="image/png"/>
  <Override PartName="/ppt/media/image16.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11760" y="744480"/>
            <a:ext cx="8520120" cy="2052360"/>
          </a:xfrm>
          <a:prstGeom prst="rect">
            <a:avLst/>
          </a:prstGeom>
          <a:noFill/>
          <a:ln w="0">
            <a:noFill/>
          </a:ln>
        </p:spPr>
        <p:txBody>
          <a:bodyPr lIns="91440" rIns="91440" tIns="91440" bIns="91440" anchor="b">
            <a:normAutofit/>
          </a:bodyPr>
          <a:p>
            <a:pPr indent="0">
              <a:buNone/>
            </a:pPr>
            <a:r>
              <a:rPr b="0" lang="en-US" sz="5200" strike="noStrike" u="none">
                <a:solidFill>
                  <a:srgbClr val="000000"/>
                </a:solidFill>
                <a:effectLst/>
                <a:uFillTx/>
                <a:latin typeface="Arial"/>
              </a:rPr>
              <a:t>Click to edit the title text format</a:t>
            </a:r>
            <a:endParaRPr b="0" lang="en-US" sz="5200" strike="noStrike" u="none">
              <a:solidFill>
                <a:srgbClr val="000000"/>
              </a:solidFill>
              <a:effectLst/>
              <a:uFillTx/>
              <a:latin typeface="Arial"/>
            </a:endParaRPr>
          </a:p>
        </p:txBody>
      </p:sp>
      <p:sp>
        <p:nvSpPr>
          <p:cNvPr id="1" name="PlaceHolder 2"/>
          <p:cNvSpPr>
            <a:spLocks noGrp="1"/>
          </p:cNvSpPr>
          <p:nvPr>
            <p:ph type="sldNum" idx="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08C49B30-4B57-470A-B2E1-544E3B6F4AC0}"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
        <p:nvSpPr>
          <p:cNvPr id="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311760" y="1106280"/>
            <a:ext cx="8520120" cy="1963080"/>
          </a:xfrm>
          <a:prstGeom prst="rect">
            <a:avLst/>
          </a:prstGeom>
          <a:noFill/>
          <a:ln w="0">
            <a:noFill/>
          </a:ln>
        </p:spPr>
        <p:txBody>
          <a:bodyPr lIns="91440" rIns="91440" tIns="91440" bIns="91440" anchor="b">
            <a:normAutofit lnSpcReduction="9999"/>
          </a:bodyPr>
          <a:p>
            <a:pPr indent="0" algn="ctr">
              <a:lnSpc>
                <a:spcPct val="100000"/>
              </a:lnSpc>
              <a:buNone/>
            </a:pPr>
            <a:r>
              <a:rPr b="0" lang="en-US" sz="12000" strike="noStrike" u="none">
                <a:solidFill>
                  <a:schemeClr val="dk1"/>
                </a:solidFill>
                <a:effectLst/>
                <a:uFillTx/>
                <a:latin typeface="Arial"/>
                <a:ea typeface="Arial"/>
              </a:rPr>
              <a:t>xx%</a:t>
            </a:r>
            <a:endParaRPr b="0" lang="en-US" sz="12000" strike="noStrike" u="none">
              <a:solidFill>
                <a:srgbClr val="000000"/>
              </a:solidFill>
              <a:effectLst/>
              <a:uFillTx/>
              <a:latin typeface="Arial"/>
            </a:endParaRPr>
          </a:p>
        </p:txBody>
      </p:sp>
      <p:sp>
        <p:nvSpPr>
          <p:cNvPr id="4" name="PlaceHolder 2"/>
          <p:cNvSpPr>
            <a:spLocks noGrp="1"/>
          </p:cNvSpPr>
          <p:nvPr>
            <p:ph type="body"/>
          </p:nvPr>
        </p:nvSpPr>
        <p:spPr>
          <a:xfrm>
            <a:off x="311760" y="3152160"/>
            <a:ext cx="8520120" cy="1300320"/>
          </a:xfrm>
          <a:prstGeom prst="rect">
            <a:avLst/>
          </a:prstGeom>
          <a:noFill/>
          <a:ln w="0">
            <a:noFill/>
          </a:ln>
        </p:spPr>
        <p:txBody>
          <a:bodyPr lIns="91440" rIns="91440" tIns="91440" bIns="91440" anchor="t">
            <a:normAutofit fontScale="47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 name="PlaceHolder 3"/>
          <p:cNvSpPr>
            <a:spLocks noGrp="1"/>
          </p:cNvSpPr>
          <p:nvPr>
            <p:ph type="sldNum" idx="2"/>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303D5532-6704-4FD0-AE82-FD456F7F69CC}"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chemeClr val="lt1"/>
        </a:solidFill>
      </p:bgPr>
    </p:bg>
    <p:spTree>
      <p:nvGrpSpPr>
        <p:cNvPr id="1" name=""/>
        <p:cNvGrpSpPr/>
        <p:nvPr/>
      </p:nvGrpSpPr>
      <p:grpSpPr>
        <a:xfrm>
          <a:off x="0" y="0"/>
          <a:ext cx="0" cy="0"/>
          <a:chOff x="0" y="0"/>
          <a:chExt cx="0" cy="0"/>
        </a:xfrm>
      </p:grpSpPr>
      <p:sp>
        <p:nvSpPr>
          <p:cNvPr id="6" name="PlaceHolder 1"/>
          <p:cNvSpPr>
            <a:spLocks noGrp="1"/>
          </p:cNvSpPr>
          <p:nvPr>
            <p:ph type="sldNum" idx="3"/>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3B75EDE7-DAD4-4ADD-897A-2D0F4DA677FD}"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311760" y="2151000"/>
            <a:ext cx="8520120" cy="841320"/>
          </a:xfrm>
          <a:prstGeom prst="rect">
            <a:avLst/>
          </a:prstGeom>
          <a:noFill/>
          <a:ln w="0">
            <a:noFill/>
          </a:ln>
        </p:spPr>
        <p:txBody>
          <a:bodyPr lIns="91440" rIns="91440" tIns="91440" bIns="91440" anchor="ctr">
            <a:normAutofit/>
          </a:bodyPr>
          <a:p>
            <a:pPr indent="0">
              <a:buNone/>
            </a:pPr>
            <a:r>
              <a:rPr b="0" lang="en-US" sz="3600" strike="noStrike" u="none">
                <a:solidFill>
                  <a:srgbClr val="000000"/>
                </a:solidFill>
                <a:effectLst/>
                <a:uFillTx/>
                <a:latin typeface="Arial"/>
              </a:rPr>
              <a:t>Click to edit the title text format</a:t>
            </a:r>
            <a:endParaRPr b="0" lang="en-US" sz="3600" strike="noStrike" u="none">
              <a:solidFill>
                <a:srgbClr val="000000"/>
              </a:solidFill>
              <a:effectLst/>
              <a:uFillTx/>
              <a:latin typeface="Arial"/>
            </a:endParaRPr>
          </a:p>
        </p:txBody>
      </p:sp>
      <p:sp>
        <p:nvSpPr>
          <p:cNvPr id="8" name="PlaceHolder 2"/>
          <p:cNvSpPr>
            <a:spLocks noGrp="1"/>
          </p:cNvSpPr>
          <p:nvPr>
            <p:ph type="sldNum" idx="4"/>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43F9C6F2-CEA9-4264-9571-EF79F8F6C113}"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lnSpcReduction="9999"/>
          </a:bodyPr>
          <a:p>
            <a:pPr indent="0">
              <a:buNone/>
            </a:pPr>
            <a:r>
              <a:rPr b="0" lang="en-US" sz="2800" strike="noStrike" u="none">
                <a:solidFill>
                  <a:srgbClr val="000000"/>
                </a:solidFill>
                <a:effectLst/>
                <a:uFillTx/>
                <a:latin typeface="Arial"/>
              </a:rPr>
              <a:t>Click to edit the title text format</a:t>
            </a:r>
            <a:endParaRPr b="0" lang="en-US" sz="2800" strike="noStrike" u="none">
              <a:solidFill>
                <a:srgbClr val="000000"/>
              </a:solidFill>
              <a:effectLst/>
              <a:uFillTx/>
              <a:latin typeface="Arial"/>
            </a:endParaRPr>
          </a:p>
        </p:txBody>
      </p:sp>
      <p:sp>
        <p:nvSpPr>
          <p:cNvPr id="10" name="PlaceHolder 2"/>
          <p:cNvSpPr>
            <a:spLocks noGrp="1"/>
          </p:cNvSpPr>
          <p:nvPr>
            <p:ph type="body"/>
          </p:nvPr>
        </p:nvSpPr>
        <p:spPr>
          <a:xfrm>
            <a:off x="311760" y="1152360"/>
            <a:ext cx="852012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 name="PlaceHolder 3"/>
          <p:cNvSpPr>
            <a:spLocks noGrp="1"/>
          </p:cNvSpPr>
          <p:nvPr>
            <p:ph type="sldNum" idx="5"/>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8EE21E4F-C7B9-4639-A505-16B7686F2543}"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lnSpcReduction="9999"/>
          </a:bodyPr>
          <a:p>
            <a:pPr indent="0">
              <a:buNone/>
            </a:pPr>
            <a:r>
              <a:rPr b="0" lang="en-US" sz="2800" strike="noStrike" u="none">
                <a:solidFill>
                  <a:srgbClr val="000000"/>
                </a:solidFill>
                <a:effectLst/>
                <a:uFillTx/>
                <a:latin typeface="Arial"/>
              </a:rPr>
              <a:t>Click to edit the title text format</a:t>
            </a:r>
            <a:endParaRPr b="0" lang="en-US" sz="2800" strike="noStrike" u="none">
              <a:solidFill>
                <a:srgbClr val="000000"/>
              </a:solidFill>
              <a:effectLst/>
              <a:uFillTx/>
              <a:latin typeface="Arial"/>
            </a:endParaRPr>
          </a:p>
        </p:txBody>
      </p:sp>
      <p:sp>
        <p:nvSpPr>
          <p:cNvPr id="13" name="PlaceHolder 2"/>
          <p:cNvSpPr>
            <a:spLocks noGrp="1"/>
          </p:cNvSpPr>
          <p:nvPr>
            <p:ph type="body"/>
          </p:nvPr>
        </p:nvSpPr>
        <p:spPr>
          <a:xfrm>
            <a:off x="31176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Fifth Outline Level</a:t>
            </a:r>
            <a:endParaRPr b="0" lang="en-US"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Sixth Outline Level</a:t>
            </a:r>
            <a:endParaRPr b="0" lang="en-US"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Seventh Outline Level</a:t>
            </a:r>
            <a:endParaRPr b="0" lang="en-US" sz="1400" strike="noStrike" u="none">
              <a:solidFill>
                <a:srgbClr val="000000"/>
              </a:solidFill>
              <a:effectLst/>
              <a:uFillTx/>
              <a:latin typeface="Arial"/>
            </a:endParaRPr>
          </a:p>
        </p:txBody>
      </p:sp>
      <p:sp>
        <p:nvSpPr>
          <p:cNvPr id="14" name="PlaceHolder 3"/>
          <p:cNvSpPr>
            <a:spLocks noGrp="1"/>
          </p:cNvSpPr>
          <p:nvPr>
            <p:ph type="body"/>
          </p:nvPr>
        </p:nvSpPr>
        <p:spPr>
          <a:xfrm>
            <a:off x="4832280" y="1152360"/>
            <a:ext cx="3999600" cy="34160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trike="noStrike" u="none">
                <a:solidFill>
                  <a:srgbClr val="000000"/>
                </a:solidFill>
                <a:effectLst/>
                <a:uFillTx/>
                <a:latin typeface="Arial"/>
              </a:rPr>
              <a:t>Click to edit the outline text format</a:t>
            </a:r>
            <a:endParaRPr b="0" lang="en-US"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400" strike="noStrike" u="none">
                <a:solidFill>
                  <a:srgbClr val="000000"/>
                </a:solidFill>
                <a:effectLst/>
                <a:uFillTx/>
                <a:latin typeface="Arial"/>
              </a:rPr>
              <a:t>Second Outline Level</a:t>
            </a:r>
            <a:endParaRPr b="0" lang="en-US"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400" strike="noStrike" u="none">
                <a:solidFill>
                  <a:srgbClr val="000000"/>
                </a:solidFill>
                <a:effectLst/>
                <a:uFillTx/>
                <a:latin typeface="Arial"/>
              </a:rPr>
              <a:t>Third Outline Level</a:t>
            </a:r>
            <a:endParaRPr b="0" lang="en-US"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400" strike="noStrike" u="none">
                <a:solidFill>
                  <a:srgbClr val="000000"/>
                </a:solidFill>
                <a:effectLst/>
                <a:uFillTx/>
                <a:latin typeface="Arial"/>
              </a:rPr>
              <a:t>Fourth Outline Level</a:t>
            </a:r>
            <a:endParaRPr b="0" lang="en-US"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Fifth Outline Level</a:t>
            </a:r>
            <a:endParaRPr b="0" lang="en-US"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Sixth Outline Level</a:t>
            </a:r>
            <a:endParaRPr b="0" lang="en-US"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400" strike="noStrike" u="none">
                <a:solidFill>
                  <a:srgbClr val="000000"/>
                </a:solidFill>
                <a:effectLst/>
                <a:uFillTx/>
                <a:latin typeface="Arial"/>
              </a:rPr>
              <a:t>Seventh Outline Level</a:t>
            </a:r>
            <a:endParaRPr b="0" lang="en-US" sz="1400" strike="noStrike" u="none">
              <a:solidFill>
                <a:srgbClr val="000000"/>
              </a:solidFill>
              <a:effectLst/>
              <a:uFillTx/>
              <a:latin typeface="Arial"/>
            </a:endParaRPr>
          </a:p>
        </p:txBody>
      </p:sp>
      <p:sp>
        <p:nvSpPr>
          <p:cNvPr id="15" name="PlaceHolder 4"/>
          <p:cNvSpPr>
            <a:spLocks noGrp="1"/>
          </p:cNvSpPr>
          <p:nvPr>
            <p:ph type="sldNum" idx="6"/>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1C2FE4B8-400C-47D1-A2A8-5AE2D103A726}"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lnSpcReduction="9999"/>
          </a:bodyPr>
          <a:p>
            <a:pPr indent="0">
              <a:buNone/>
            </a:pPr>
            <a:r>
              <a:rPr b="0" lang="en-US" sz="2800" strike="noStrike" u="none">
                <a:solidFill>
                  <a:srgbClr val="000000"/>
                </a:solidFill>
                <a:effectLst/>
                <a:uFillTx/>
                <a:latin typeface="Arial"/>
              </a:rPr>
              <a:t>Click to edit the title text format</a:t>
            </a:r>
            <a:endParaRPr b="0" lang="en-US" sz="2800" strike="noStrike" u="none">
              <a:solidFill>
                <a:srgbClr val="000000"/>
              </a:solidFill>
              <a:effectLst/>
              <a:uFillTx/>
              <a:latin typeface="Arial"/>
            </a:endParaRPr>
          </a:p>
        </p:txBody>
      </p:sp>
      <p:sp>
        <p:nvSpPr>
          <p:cNvPr id="17" name="PlaceHolder 2"/>
          <p:cNvSpPr>
            <a:spLocks noGrp="1"/>
          </p:cNvSpPr>
          <p:nvPr>
            <p:ph type="sldNum" idx="7"/>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E939C343-07F1-4418-9F56-B8FF602FE759}"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311760" y="555480"/>
            <a:ext cx="2807640" cy="755280"/>
          </a:xfrm>
          <a:prstGeom prst="rect">
            <a:avLst/>
          </a:prstGeom>
          <a:noFill/>
          <a:ln w="0">
            <a:noFill/>
          </a:ln>
        </p:spPr>
        <p:txBody>
          <a:bodyPr lIns="91440" rIns="91440" tIns="91440" bIns="91440" anchor="b">
            <a:normAutofit fontScale="92500" lnSpcReduction="19999"/>
          </a:bodyPr>
          <a:p>
            <a:pPr indent="0">
              <a:buNone/>
            </a:pPr>
            <a:r>
              <a:rPr b="0" lang="en-US" sz="2400" strike="noStrike" u="none">
                <a:solidFill>
                  <a:srgbClr val="000000"/>
                </a:solidFill>
                <a:effectLst/>
                <a:uFillTx/>
                <a:latin typeface="Arial"/>
              </a:rPr>
              <a:t>Click to edit the title text format</a:t>
            </a:r>
            <a:endParaRPr b="0" lang="en-US" sz="2400" strike="noStrike" u="none">
              <a:solidFill>
                <a:srgbClr val="000000"/>
              </a:solidFill>
              <a:effectLst/>
              <a:uFillTx/>
              <a:latin typeface="Arial"/>
            </a:endParaRPr>
          </a:p>
        </p:txBody>
      </p:sp>
      <p:sp>
        <p:nvSpPr>
          <p:cNvPr id="19" name="PlaceHolder 2"/>
          <p:cNvSpPr>
            <a:spLocks noGrp="1"/>
          </p:cNvSpPr>
          <p:nvPr>
            <p:ph type="body"/>
          </p:nvPr>
        </p:nvSpPr>
        <p:spPr>
          <a:xfrm>
            <a:off x="311760" y="1389600"/>
            <a:ext cx="2807640" cy="3179160"/>
          </a:xfrm>
          <a:prstGeom prst="rect">
            <a:avLst/>
          </a:prstGeom>
          <a:noFill/>
          <a:ln w="0">
            <a:noFill/>
          </a:ln>
        </p:spPr>
        <p:txBody>
          <a:bodyPr lIns="91440" rIns="91440" tIns="91440" bIns="91440" anchor="t">
            <a:normAutofit fontScale="32500" lnSpcReduction="19999"/>
          </a:bodyPr>
          <a:p>
            <a:pPr marL="432000" indent="-324000">
              <a:spcBef>
                <a:spcPts val="1417"/>
              </a:spcBef>
              <a:buClr>
                <a:srgbClr val="000000"/>
              </a:buClr>
              <a:buSzPct val="45000"/>
              <a:buFont typeface="Wingdings" charset="2"/>
              <a:buChar char=""/>
            </a:pPr>
            <a:r>
              <a:rPr b="0" lang="en-US" sz="1200" strike="noStrike" u="none">
                <a:solidFill>
                  <a:srgbClr val="000000"/>
                </a:solidFill>
                <a:effectLst/>
                <a:uFillTx/>
                <a:latin typeface="Arial"/>
              </a:rPr>
              <a:t>Click to edit the outline text format</a:t>
            </a:r>
            <a:endParaRPr b="0" lang="en-US"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200" strike="noStrike" u="none">
                <a:solidFill>
                  <a:srgbClr val="000000"/>
                </a:solidFill>
                <a:effectLst/>
                <a:uFillTx/>
                <a:latin typeface="Arial"/>
              </a:rPr>
              <a:t>Second Outline Level</a:t>
            </a:r>
            <a:endParaRPr b="0" lang="en-US"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200" strike="noStrike" u="none">
                <a:solidFill>
                  <a:srgbClr val="000000"/>
                </a:solidFill>
                <a:effectLst/>
                <a:uFillTx/>
                <a:latin typeface="Arial"/>
              </a:rPr>
              <a:t>Third Outline Level</a:t>
            </a:r>
            <a:endParaRPr b="0" lang="en-US"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200" strike="noStrike" u="none">
                <a:solidFill>
                  <a:srgbClr val="000000"/>
                </a:solidFill>
                <a:effectLst/>
                <a:uFillTx/>
                <a:latin typeface="Arial"/>
              </a:rPr>
              <a:t>Fourth Outline Level</a:t>
            </a:r>
            <a:endParaRPr b="0" lang="en-US"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200" strike="noStrike" u="none">
                <a:solidFill>
                  <a:srgbClr val="000000"/>
                </a:solidFill>
                <a:effectLst/>
                <a:uFillTx/>
                <a:latin typeface="Arial"/>
              </a:rPr>
              <a:t>Fifth Outline Level</a:t>
            </a:r>
            <a:endParaRPr b="0" lang="en-US"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200" strike="noStrike" u="none">
                <a:solidFill>
                  <a:srgbClr val="000000"/>
                </a:solidFill>
                <a:effectLst/>
                <a:uFillTx/>
                <a:latin typeface="Arial"/>
              </a:rPr>
              <a:t>Sixth Outline Level</a:t>
            </a:r>
            <a:endParaRPr b="0" lang="en-US"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200" strike="noStrike" u="none">
                <a:solidFill>
                  <a:srgbClr val="000000"/>
                </a:solidFill>
                <a:effectLst/>
                <a:uFillTx/>
                <a:latin typeface="Arial"/>
              </a:rPr>
              <a:t>Seventh Outline Level</a:t>
            </a:r>
            <a:endParaRPr b="0" lang="en-US" sz="1200" strike="noStrike" u="none">
              <a:solidFill>
                <a:srgbClr val="000000"/>
              </a:solidFill>
              <a:effectLst/>
              <a:uFillTx/>
              <a:latin typeface="Arial"/>
            </a:endParaRPr>
          </a:p>
        </p:txBody>
      </p:sp>
      <p:sp>
        <p:nvSpPr>
          <p:cNvPr id="20" name="PlaceHolder 3"/>
          <p:cNvSpPr>
            <a:spLocks noGrp="1"/>
          </p:cNvSpPr>
          <p:nvPr>
            <p:ph type="sldNum" idx="8"/>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19764ACC-33EC-44B3-81F5-D483C57F1AA1}"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90320" y="450000"/>
            <a:ext cx="6367320" cy="4090320"/>
          </a:xfrm>
          <a:prstGeom prst="rect">
            <a:avLst/>
          </a:prstGeom>
          <a:noFill/>
          <a:ln w="0">
            <a:noFill/>
          </a:ln>
        </p:spPr>
        <p:txBody>
          <a:bodyPr lIns="91440" rIns="91440" tIns="91440" bIns="91440" anchor="ctr">
            <a:normAutofit/>
          </a:bodyPr>
          <a:p>
            <a:pPr indent="0">
              <a:buNone/>
            </a:pPr>
            <a:r>
              <a:rPr b="0" lang="en-US" sz="4800" strike="noStrike" u="none">
                <a:solidFill>
                  <a:srgbClr val="000000"/>
                </a:solidFill>
                <a:effectLst/>
                <a:uFillTx/>
                <a:latin typeface="Arial"/>
              </a:rPr>
              <a:t>Click to edit the title text format</a:t>
            </a:r>
            <a:endParaRPr b="0" lang="en-US" sz="4800" strike="noStrike" u="none">
              <a:solidFill>
                <a:srgbClr val="000000"/>
              </a:solidFill>
              <a:effectLst/>
              <a:uFillTx/>
              <a:latin typeface="Arial"/>
            </a:endParaRPr>
          </a:p>
        </p:txBody>
      </p:sp>
      <p:sp>
        <p:nvSpPr>
          <p:cNvPr id="22" name="PlaceHolder 2"/>
          <p:cNvSpPr>
            <a:spLocks noGrp="1"/>
          </p:cNvSpPr>
          <p:nvPr>
            <p:ph type="sldNum" idx="9"/>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937A5E50-1372-4F29-832C-A5860B06B992}"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23" name="Google Shape;36;p9"/>
          <p:cNvSpPr/>
          <p:nvPr/>
        </p:nvSpPr>
        <p:spPr>
          <a:xfrm>
            <a:off x="457200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trike="noStrike" u="none">
              <a:solidFill>
                <a:srgbClr val="000000"/>
              </a:solidFill>
              <a:effectLst/>
              <a:uFillTx/>
              <a:latin typeface="Arial"/>
            </a:endParaRPr>
          </a:p>
        </p:txBody>
      </p:sp>
      <p:sp>
        <p:nvSpPr>
          <p:cNvPr id="24" name="PlaceHolder 1"/>
          <p:cNvSpPr>
            <a:spLocks noGrp="1"/>
          </p:cNvSpPr>
          <p:nvPr>
            <p:ph type="title"/>
          </p:nvPr>
        </p:nvSpPr>
        <p:spPr>
          <a:xfrm>
            <a:off x="265680" y="1233000"/>
            <a:ext cx="4044960" cy="1482120"/>
          </a:xfrm>
          <a:prstGeom prst="rect">
            <a:avLst/>
          </a:prstGeom>
          <a:noFill/>
          <a:ln w="0">
            <a:noFill/>
          </a:ln>
        </p:spPr>
        <p:txBody>
          <a:bodyPr lIns="91440" rIns="91440" tIns="91440" bIns="91440" anchor="b">
            <a:normAutofit/>
          </a:bodyPr>
          <a:p>
            <a:pPr indent="0">
              <a:buNone/>
            </a:pPr>
            <a:r>
              <a:rPr b="0" lang="en-US" sz="4200" strike="noStrike" u="none">
                <a:solidFill>
                  <a:srgbClr val="000000"/>
                </a:solidFill>
                <a:effectLst/>
                <a:uFillTx/>
                <a:latin typeface="Arial"/>
              </a:rPr>
              <a:t>Click to edit the title text format</a:t>
            </a:r>
            <a:endParaRPr b="0" lang="en-US" sz="4200" strike="noStrike" u="none">
              <a:solidFill>
                <a:srgbClr val="000000"/>
              </a:solidFill>
              <a:effectLst/>
              <a:uFillTx/>
              <a:latin typeface="Arial"/>
            </a:endParaRPr>
          </a:p>
        </p:txBody>
      </p:sp>
      <p:sp>
        <p:nvSpPr>
          <p:cNvPr id="25" name="PlaceHolder 2"/>
          <p:cNvSpPr>
            <a:spLocks noGrp="1"/>
          </p:cNvSpPr>
          <p:nvPr>
            <p:ph type="body"/>
          </p:nvPr>
        </p:nvSpPr>
        <p:spPr>
          <a:xfrm>
            <a:off x="4939560" y="723960"/>
            <a:ext cx="3836520" cy="3694680"/>
          </a:xfrm>
          <a:prstGeom prst="rect">
            <a:avLst/>
          </a:prstGeom>
          <a:noFill/>
          <a:ln w="0">
            <a:noFill/>
          </a:ln>
        </p:spPr>
        <p:txBody>
          <a:bodyPr lIns="91440" rIns="91440" tIns="91440" bIns="91440" anchor="ctr">
            <a:normAutofit fontScale="85000" lnSpcReduction="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6" name="PlaceHolder 3"/>
          <p:cNvSpPr>
            <a:spLocks noGrp="1"/>
          </p:cNvSpPr>
          <p:nvPr>
            <p:ph type="sldNum" idx="10"/>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453B9C93-57D3-49E3-9B5C-DE531AB575CB}"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27" name="PlaceHolder 1"/>
          <p:cNvSpPr>
            <a:spLocks noGrp="1"/>
          </p:cNvSpPr>
          <p:nvPr>
            <p:ph type="body"/>
          </p:nvPr>
        </p:nvSpPr>
        <p:spPr>
          <a:xfrm>
            <a:off x="311760" y="4230720"/>
            <a:ext cx="5998320" cy="604800"/>
          </a:xfrm>
          <a:prstGeom prst="rect">
            <a:avLst/>
          </a:prstGeom>
          <a:noFill/>
          <a:ln w="0">
            <a:noFill/>
          </a:ln>
        </p:spPr>
        <p:txBody>
          <a:bodyPr lIns="91440" rIns="91440" tIns="91440" bIns="91440" anchor="ctr">
            <a:normAutofit fontScale="250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8" name="PlaceHolder 2"/>
          <p:cNvSpPr>
            <a:spLocks noGrp="1"/>
          </p:cNvSpPr>
          <p:nvPr>
            <p:ph type="sldNum" idx="11"/>
          </p:nvPr>
        </p:nvSpPr>
        <p:spPr>
          <a:xfrm>
            <a:off x="8472600" y="466308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AD0642B2-1AA7-4AC9-A490-7D84711AC0B9}" type="slidenum">
              <a:rPr b="0" lang="en" sz="1000" strike="noStrike" u="none">
                <a:solidFill>
                  <a:schemeClr val="dk2"/>
                </a:solidFill>
                <a:effectLst/>
                <a:uFillTx/>
                <a:latin typeface="Arial"/>
                <a:ea typeface="Arial"/>
              </a:rPr>
              <a:t>&lt;number&gt;</a:t>
            </a:fld>
            <a:endParaRPr b="0" lang="en-US" sz="10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 name="PlaceHolder 1"/>
          <p:cNvSpPr>
            <a:spLocks noGrp="1"/>
          </p:cNvSpPr>
          <p:nvPr>
            <p:ph type="title"/>
          </p:nvPr>
        </p:nvSpPr>
        <p:spPr>
          <a:xfrm>
            <a:off x="311760" y="744480"/>
            <a:ext cx="8520120" cy="2052360"/>
          </a:xfrm>
          <a:prstGeom prst="rect">
            <a:avLst/>
          </a:prstGeom>
          <a:noFill/>
          <a:ln w="0">
            <a:noFill/>
          </a:ln>
        </p:spPr>
        <p:txBody>
          <a:bodyPr lIns="91440" rIns="91440" tIns="91440" bIns="91440" anchor="b">
            <a:normAutofit fontScale="92500" lnSpcReduction="19999"/>
          </a:bodyPr>
          <a:p>
            <a:pPr indent="0" algn="ctr">
              <a:lnSpc>
                <a:spcPct val="100000"/>
              </a:lnSpc>
              <a:buNone/>
              <a:tabLst>
                <a:tab algn="l" pos="0"/>
              </a:tabLst>
            </a:pPr>
            <a:r>
              <a:rPr b="0" lang="en" sz="5200" strike="noStrike" u="none">
                <a:solidFill>
                  <a:schemeClr val="dk1"/>
                </a:solidFill>
                <a:effectLst/>
                <a:uFillTx/>
                <a:latin typeface="Arial"/>
                <a:ea typeface="Arial"/>
              </a:rPr>
              <a:t>Computer Engineering </a:t>
            </a:r>
            <a:endParaRPr b="0" lang="en-US" sz="5200" strike="noStrike" u="none">
              <a:solidFill>
                <a:srgbClr val="000000"/>
              </a:solidFill>
              <a:effectLst/>
              <a:uFillTx/>
              <a:latin typeface="Arial"/>
            </a:endParaRPr>
          </a:p>
          <a:p>
            <a:pPr indent="0" algn="ctr">
              <a:lnSpc>
                <a:spcPct val="100000"/>
              </a:lnSpc>
              <a:buNone/>
              <a:tabLst>
                <a:tab algn="l" pos="0"/>
              </a:tabLst>
            </a:pPr>
            <a:r>
              <a:rPr b="0" lang="en" sz="5200" strike="noStrike" u="none">
                <a:solidFill>
                  <a:schemeClr val="dk1"/>
                </a:solidFill>
                <a:effectLst/>
                <a:uFillTx/>
                <a:latin typeface="Arial"/>
                <a:ea typeface="Arial"/>
              </a:rPr>
              <a:t>Fun</a:t>
            </a:r>
            <a:endParaRPr b="0" lang="en-US" sz="5200" strike="noStrike" u="none">
              <a:solidFill>
                <a:srgbClr val="000000"/>
              </a:solidFill>
              <a:effectLst/>
              <a:uFillTx/>
              <a:latin typeface="Arial"/>
            </a:endParaRPr>
          </a:p>
          <a:p>
            <a:pPr indent="0" algn="ctr">
              <a:lnSpc>
                <a:spcPct val="100000"/>
              </a:lnSpc>
              <a:buNone/>
              <a:tabLst>
                <a:tab algn="l" pos="0"/>
              </a:tabLst>
            </a:pPr>
            <a:r>
              <a:rPr b="0" lang="en" sz="5200" strike="noStrike" u="none">
                <a:solidFill>
                  <a:schemeClr val="dk1"/>
                </a:solidFill>
                <a:effectLst/>
                <a:uFillTx/>
                <a:latin typeface="Arial"/>
                <a:ea typeface="Arial"/>
              </a:rPr>
              <a:t> Logics</a:t>
            </a:r>
            <a:endParaRPr b="0" lang="en-US" sz="5200" strike="noStrike" u="none">
              <a:solidFill>
                <a:srgbClr val="000000"/>
              </a:solidFill>
              <a:effectLst/>
              <a:uFillTx/>
              <a:latin typeface="Arial"/>
            </a:endParaRPr>
          </a:p>
        </p:txBody>
      </p:sp>
      <p:sp>
        <p:nvSpPr>
          <p:cNvPr id="30" name="PlaceHolder 2"/>
          <p:cNvSpPr>
            <a:spLocks noGrp="1"/>
          </p:cNvSpPr>
          <p:nvPr>
            <p:ph type="subTitle"/>
          </p:nvPr>
        </p:nvSpPr>
        <p:spPr>
          <a:xfrm>
            <a:off x="311760" y="2834280"/>
            <a:ext cx="8520120" cy="792360"/>
          </a:xfrm>
          <a:prstGeom prst="rect">
            <a:avLst/>
          </a:prstGeom>
          <a:noFill/>
          <a:ln w="0">
            <a:noFill/>
          </a:ln>
        </p:spPr>
        <p:txBody>
          <a:bodyPr lIns="91440" rIns="91440" tIns="91440" bIns="91440" anchor="t">
            <a:normAutofit fontScale="92500" lnSpcReduction="19999"/>
          </a:bodyPr>
          <a:p>
            <a:pPr indent="0" algn="ctr">
              <a:lnSpc>
                <a:spcPct val="100000"/>
              </a:lnSpc>
              <a:buNone/>
              <a:tabLst>
                <a:tab algn="l" pos="0"/>
              </a:tabLst>
            </a:pPr>
            <a:r>
              <a:rPr b="0" lang="en" sz="5200" strike="noStrike" u="none">
                <a:solidFill>
                  <a:schemeClr val="dk1"/>
                </a:solidFill>
                <a:effectLst/>
                <a:uFillTx/>
                <a:latin typeface="Arial"/>
                <a:ea typeface="Arial"/>
              </a:rPr>
              <a:t>(Engineered in Linux)</a:t>
            </a:r>
            <a:endParaRPr b="0" lang="en-US" sz="5200" strike="noStrike" u="none">
              <a:solidFill>
                <a:srgbClr val="000000"/>
              </a:solidFill>
              <a:effectLst/>
              <a:uFillTx/>
              <a:latin typeface="Arial"/>
            </a:endParaRPr>
          </a:p>
          <a:p>
            <a:pPr indent="0" algn="ctr">
              <a:lnSpc>
                <a:spcPct val="100000"/>
              </a:lnSpc>
              <a:buNone/>
              <a:tabLst>
                <a:tab algn="l" pos="0"/>
              </a:tabLst>
            </a:pPr>
            <a:endParaRPr b="0" lang="en-US"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 sz="2800" strike="noStrike" u="none">
                <a:solidFill>
                  <a:schemeClr val="dk1"/>
                </a:solidFill>
                <a:effectLst/>
                <a:uFillTx/>
                <a:latin typeface="Arial"/>
                <a:ea typeface="Arial"/>
              </a:rPr>
              <a:t>iNode  (Yes, its not typo.Don’t read as iPhone)</a:t>
            </a:r>
            <a:endParaRPr b="0" lang="en-US" sz="2800" strike="noStrike" u="none">
              <a:solidFill>
                <a:srgbClr val="000000"/>
              </a:solidFill>
              <a:effectLst/>
              <a:uFillTx/>
              <a:latin typeface="Arial"/>
            </a:endParaRPr>
          </a:p>
        </p:txBody>
      </p:sp>
      <p:sp>
        <p:nvSpPr>
          <p:cNvPr id="32"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1" lang="en" sz="1800" strike="noStrike" u="none">
                <a:solidFill>
                  <a:schemeClr val="dk2"/>
                </a:solidFill>
                <a:effectLst/>
                <a:uFillTx/>
                <a:latin typeface="Arial"/>
                <a:ea typeface="Arial"/>
              </a:rPr>
              <a:t>inode</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Surprisingly inode term date backs to history in 19XX</a:t>
            </a: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endParaRPr b="0" lang="en-US" sz="1800" strike="noStrike" u="none">
              <a:solidFill>
                <a:srgbClr val="000000"/>
              </a:solidFill>
              <a:effectLst/>
              <a:uFillTx/>
              <a:latin typeface="Arial"/>
            </a:endParaRPr>
          </a:p>
        </p:txBody>
      </p:sp>
      <p:pic>
        <p:nvPicPr>
          <p:cNvPr id="33" name="Google Shape;62;p14" descr=""/>
          <p:cNvPicPr/>
          <p:nvPr/>
        </p:nvPicPr>
        <p:blipFill>
          <a:blip r:embed="rId1"/>
          <a:stretch/>
        </p:blipFill>
        <p:spPr>
          <a:xfrm>
            <a:off x="431640" y="2257200"/>
            <a:ext cx="8325360" cy="23112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 sz="2800" strike="noStrike" u="none">
                <a:solidFill>
                  <a:schemeClr val="dk1"/>
                </a:solidFill>
                <a:effectLst/>
                <a:uFillTx/>
                <a:latin typeface="Arial"/>
                <a:ea typeface="Arial"/>
              </a:rPr>
              <a:t>A file which never grows its size on physical disk</a:t>
            </a:r>
            <a:endParaRPr b="0" lang="en-US" sz="2800" strike="noStrike" u="none">
              <a:solidFill>
                <a:srgbClr val="000000"/>
              </a:solidFill>
              <a:effectLst/>
              <a:uFillTx/>
              <a:latin typeface="Arial"/>
            </a:endParaRPr>
          </a:p>
        </p:txBody>
      </p:sp>
      <p:sp>
        <p:nvSpPr>
          <p:cNvPr id="35"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1" lang="en" sz="1800" strike="noStrike" u="none">
                <a:solidFill>
                  <a:schemeClr val="dk2"/>
                </a:solidFill>
                <a:effectLst/>
                <a:uFillTx/>
                <a:latin typeface="Arial"/>
                <a:ea typeface="Arial"/>
              </a:rPr>
              <a:t>/dev/null</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No matter how much you write into this file, it consumes it all and surprisingly never grows file size and hence disk space never wasted.</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Application: </a:t>
            </a: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r>
              <a:rPr b="0" lang="en" sz="1800" strike="noStrike" u="none">
                <a:solidFill>
                  <a:schemeClr val="dk2"/>
                </a:solidFill>
                <a:effectLst/>
                <a:uFillTx/>
                <a:latin typeface="Arial"/>
                <a:ea typeface="Arial"/>
              </a:rPr>
              <a:t>Whenever a certain server/application program is generating output which you just want to ignore, redirect here. But the question is why would you want to ignore output?  Funny isn’t it?</a:t>
            </a:r>
            <a:endParaRPr b="0" lang="en-US" sz="1800" strike="noStrike" u="none">
              <a:solidFill>
                <a:srgbClr val="000000"/>
              </a:solidFill>
              <a:effectLst/>
              <a:uFillTx/>
              <a:latin typeface="Arial"/>
            </a:endParaRPr>
          </a:p>
        </p:txBody>
      </p:sp>
      <p:pic>
        <p:nvPicPr>
          <p:cNvPr id="36" name="Google Shape;69;p15" descr=""/>
          <p:cNvPicPr/>
          <p:nvPr/>
        </p:nvPicPr>
        <p:blipFill>
          <a:blip r:embed="rId1"/>
          <a:stretch/>
        </p:blipFill>
        <p:spPr>
          <a:xfrm>
            <a:off x="2164320" y="2572560"/>
            <a:ext cx="5841000" cy="57240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 sz="2800" strike="noStrike" u="none">
                <a:solidFill>
                  <a:schemeClr val="dk1"/>
                </a:solidFill>
                <a:effectLst/>
                <a:uFillTx/>
                <a:latin typeface="Arial"/>
                <a:ea typeface="Arial"/>
              </a:rPr>
              <a:t>Something is both parent and child for itself</a:t>
            </a:r>
            <a:endParaRPr b="0" lang="en-US" sz="2800" strike="noStrike" u="none">
              <a:solidFill>
                <a:srgbClr val="000000"/>
              </a:solidFill>
              <a:effectLst/>
              <a:uFillTx/>
              <a:latin typeface="Arial"/>
            </a:endParaRPr>
          </a:p>
        </p:txBody>
      </p:sp>
      <p:sp>
        <p:nvSpPr>
          <p:cNvPr id="38"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lnSpcReduction="9999"/>
          </a:bodyPr>
          <a:p>
            <a:pPr indent="0">
              <a:lnSpc>
                <a:spcPct val="115000"/>
              </a:lnSpc>
              <a:buNone/>
              <a:tabLst>
                <a:tab algn="l" pos="0"/>
              </a:tabLst>
            </a:pPr>
            <a:r>
              <a:rPr b="1" lang="en" sz="1800" strike="noStrike" u="none">
                <a:solidFill>
                  <a:schemeClr val="dk2"/>
                </a:solidFill>
                <a:effectLst/>
                <a:uFillTx/>
                <a:latin typeface="Arial"/>
                <a:ea typeface="Arial"/>
              </a:rPr>
              <a:t>File system root /</a:t>
            </a:r>
            <a:r>
              <a:rPr b="0" lang="en" sz="1800" strike="noStrike" u="none">
                <a:solidFill>
                  <a:schemeClr val="dk2"/>
                </a:solidFill>
                <a:effectLst/>
                <a:uFillTx/>
                <a:latin typeface="Arial"/>
                <a:ea typeface="Arial"/>
              </a:rPr>
              <a:t> in Linux directory structure</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 refers to current directory while .. refers to parent directory</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Root (/) . and .. both are itself. Note the inode number 2.</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r>
              <a:rPr b="0" lang="en" sz="1800" strike="noStrike" u="none">
                <a:solidFill>
                  <a:schemeClr val="dk2"/>
                </a:solidFill>
                <a:effectLst/>
                <a:uFillTx/>
                <a:latin typeface="Arial"/>
                <a:ea typeface="Arial"/>
              </a:rPr>
              <a:t>Applications: </a:t>
            </a:r>
            <a:r>
              <a:rPr b="1" lang="en" sz="1100" strike="noStrike" u="none">
                <a:solidFill>
                  <a:schemeClr val="dk1"/>
                </a:solidFill>
                <a:effectLst/>
                <a:uFillTx/>
                <a:latin typeface="Arial"/>
                <a:ea typeface="Arial"/>
              </a:rPr>
              <a:t>Chicken and Egg situation</a:t>
            </a:r>
            <a:r>
              <a:rPr b="0" lang="en" sz="1800" strike="noStrike" u="none">
                <a:solidFill>
                  <a:schemeClr val="dk2"/>
                </a:solidFill>
                <a:effectLst/>
                <a:uFillTx/>
                <a:latin typeface="Arial"/>
                <a:ea typeface="Arial"/>
              </a:rPr>
              <a:t>  This actually made possible to define root itself. Directories can have sub-directories which themselves are directories as such. But recursion base case is interesting here. Also then who is inode number 1? Lol.</a:t>
            </a:r>
            <a:endParaRPr b="0" lang="en-US" sz="1800" strike="noStrike" u="none">
              <a:solidFill>
                <a:srgbClr val="000000"/>
              </a:solidFill>
              <a:effectLst/>
              <a:uFillTx/>
              <a:latin typeface="Arial"/>
            </a:endParaRPr>
          </a:p>
        </p:txBody>
      </p:sp>
      <p:pic>
        <p:nvPicPr>
          <p:cNvPr id="39" name="Google Shape;76;p16" descr=""/>
          <p:cNvPicPr/>
          <p:nvPr/>
        </p:nvPicPr>
        <p:blipFill>
          <a:blip r:embed="rId1"/>
          <a:stretch/>
        </p:blipFill>
        <p:spPr>
          <a:xfrm>
            <a:off x="3712680" y="2494440"/>
            <a:ext cx="4983480" cy="73188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85000" lnSpcReduction="9999"/>
          </a:bodyPr>
          <a:p>
            <a:pPr indent="0">
              <a:lnSpc>
                <a:spcPct val="100000"/>
              </a:lnSpc>
              <a:buNone/>
              <a:tabLst>
                <a:tab algn="l" pos="0"/>
              </a:tabLst>
            </a:pPr>
            <a:r>
              <a:rPr b="0" lang="en" sz="2800" strike="noStrike" u="none">
                <a:solidFill>
                  <a:schemeClr val="dk1"/>
                </a:solidFill>
                <a:effectLst/>
                <a:uFillTx/>
                <a:latin typeface="Arial"/>
                <a:ea typeface="Arial"/>
              </a:rPr>
              <a:t>Functions: always succeeds, returns twice , never returns</a:t>
            </a:r>
            <a:endParaRPr b="0" lang="en-US" sz="2800" strike="noStrike" u="none">
              <a:solidFill>
                <a:srgbClr val="000000"/>
              </a:solidFill>
              <a:effectLst/>
              <a:uFillTx/>
              <a:latin typeface="Arial"/>
            </a:endParaRPr>
          </a:p>
        </p:txBody>
      </p:sp>
      <p:sp>
        <p:nvSpPr>
          <p:cNvPr id="41" name="PlaceHolder 2"/>
          <p:cNvSpPr>
            <a:spLocks noGrp="1"/>
          </p:cNvSpPr>
          <p:nvPr>
            <p:ph/>
          </p:nvPr>
        </p:nvSpPr>
        <p:spPr>
          <a:xfrm>
            <a:off x="311760" y="1115640"/>
            <a:ext cx="8520120" cy="3416040"/>
          </a:xfrm>
          <a:prstGeom prst="rect">
            <a:avLst/>
          </a:prstGeom>
          <a:noFill/>
          <a:ln w="0">
            <a:noFill/>
          </a:ln>
        </p:spPr>
        <p:txBody>
          <a:bodyPr lIns="91440" rIns="91440" tIns="91440" bIns="91440" anchor="t">
            <a:normAutofit fontScale="92500" lnSpcReduction="19999"/>
          </a:bodyPr>
          <a:p>
            <a:pPr indent="0">
              <a:lnSpc>
                <a:spcPct val="115000"/>
              </a:lnSpc>
              <a:buNone/>
              <a:tabLst>
                <a:tab algn="l" pos="0"/>
              </a:tabLst>
            </a:pPr>
            <a:r>
              <a:rPr b="1" lang="en" sz="1800" strike="noStrike" u="none">
                <a:solidFill>
                  <a:schemeClr val="dk2"/>
                </a:solidFill>
                <a:effectLst/>
                <a:uFillTx/>
                <a:latin typeface="Arial"/>
                <a:ea typeface="Arial"/>
              </a:rPr>
              <a:t>umask</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1" lang="en" sz="1800" strike="noStrike" u="none">
                <a:solidFill>
                  <a:schemeClr val="dk2"/>
                </a:solidFill>
                <a:effectLst/>
                <a:uFillTx/>
                <a:latin typeface="Arial"/>
                <a:ea typeface="Arial"/>
              </a:rPr>
              <a:t>fork()</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r>
              <a:rPr b="1" lang="en" sz="1800" strike="noStrike" u="none">
                <a:solidFill>
                  <a:schemeClr val="dk2"/>
                </a:solidFill>
                <a:effectLst/>
                <a:uFillTx/>
                <a:latin typeface="Arial"/>
                <a:ea typeface="Arial"/>
              </a:rPr>
              <a:t>exit()</a:t>
            </a:r>
            <a:endParaRPr b="0" lang="en-US" sz="1800" strike="noStrike" u="none">
              <a:solidFill>
                <a:srgbClr val="000000"/>
              </a:solidFill>
              <a:effectLst/>
              <a:uFillTx/>
              <a:latin typeface="Arial"/>
            </a:endParaRPr>
          </a:p>
        </p:txBody>
      </p:sp>
      <p:pic>
        <p:nvPicPr>
          <p:cNvPr id="42" name="Google Shape;83;p17" descr=""/>
          <p:cNvPicPr/>
          <p:nvPr/>
        </p:nvPicPr>
        <p:blipFill>
          <a:blip r:embed="rId1"/>
          <a:stretch/>
        </p:blipFill>
        <p:spPr>
          <a:xfrm>
            <a:off x="2878200" y="1255320"/>
            <a:ext cx="5497560" cy="572400"/>
          </a:xfrm>
          <a:prstGeom prst="rect">
            <a:avLst/>
          </a:prstGeom>
          <a:noFill/>
          <a:ln w="0">
            <a:noFill/>
          </a:ln>
        </p:spPr>
      </p:pic>
      <p:pic>
        <p:nvPicPr>
          <p:cNvPr id="43" name="Google Shape;84;p17" descr=""/>
          <p:cNvPicPr/>
          <p:nvPr/>
        </p:nvPicPr>
        <p:blipFill>
          <a:blip r:embed="rId2"/>
          <a:stretch/>
        </p:blipFill>
        <p:spPr>
          <a:xfrm>
            <a:off x="2075400" y="2293200"/>
            <a:ext cx="6560280" cy="914040"/>
          </a:xfrm>
          <a:prstGeom prst="rect">
            <a:avLst/>
          </a:prstGeom>
          <a:noFill/>
          <a:ln w="0">
            <a:noFill/>
          </a:ln>
        </p:spPr>
      </p:pic>
      <p:pic>
        <p:nvPicPr>
          <p:cNvPr id="44" name="Google Shape;85;p17" descr=""/>
          <p:cNvPicPr/>
          <p:nvPr/>
        </p:nvPicPr>
        <p:blipFill>
          <a:blip r:embed="rId3"/>
          <a:stretch/>
        </p:blipFill>
        <p:spPr>
          <a:xfrm>
            <a:off x="2261520" y="3672720"/>
            <a:ext cx="6188040" cy="7592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PlaceHolder 1"/>
          <p:cNvSpPr>
            <a:spLocks noGrp="1"/>
          </p:cNvSpPr>
          <p:nvPr>
            <p:ph type="title"/>
          </p:nvPr>
        </p:nvSpPr>
        <p:spPr>
          <a:xfrm>
            <a:off x="311760" y="444960"/>
            <a:ext cx="8520120" cy="572400"/>
          </a:xfrm>
          <a:prstGeom prst="rect">
            <a:avLst/>
          </a:prstGeom>
          <a:noFill/>
          <a:ln w="0">
            <a:noFill/>
          </a:ln>
        </p:spPr>
        <p:txBody>
          <a:bodyPr lIns="0" rIns="0" tIns="0" bIns="0" anchor="ctr">
            <a:spAutoFit/>
          </a:bodyPr>
          <a:p>
            <a:pPr indent="0">
              <a:buNone/>
            </a:pPr>
            <a:r>
              <a:rPr b="1" lang="en-US" sz="1400" strike="noStrike" u="none">
                <a:solidFill>
                  <a:srgbClr val="000000"/>
                </a:solidFill>
                <a:effectLst/>
                <a:uFillTx/>
                <a:latin typeface="Arial"/>
              </a:rPr>
              <a:t>EXEC</a:t>
            </a:r>
            <a:r>
              <a:rPr b="0" lang="en-US" sz="1400" strike="noStrike" u="none">
                <a:solidFill>
                  <a:srgbClr val="000000"/>
                </a:solidFill>
                <a:effectLst/>
                <a:uFillTx/>
                <a:latin typeface="Arial"/>
              </a:rPr>
              <a:t> – Very much like taking over… replacing the boss thats the process in the image itself</a:t>
            </a:r>
            <a:endParaRPr b="0" lang="en-US" sz="1400" strike="noStrike" u="none">
              <a:solidFill>
                <a:srgbClr val="000000"/>
              </a:solidFill>
              <a:effectLst/>
              <a:uFillTx/>
              <a:latin typeface="Arial"/>
            </a:endParaRPr>
          </a:p>
        </p:txBody>
      </p:sp>
      <p:sp>
        <p:nvSpPr>
          <p:cNvPr id="46" name="PlaceHolder 2"/>
          <p:cNvSpPr>
            <a:spLocks noGrp="1"/>
          </p:cNvSpPr>
          <p:nvPr>
            <p:ph/>
          </p:nvPr>
        </p:nvSpPr>
        <p:spPr>
          <a:xfrm>
            <a:off x="311760" y="1152360"/>
            <a:ext cx="8520120" cy="20480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2600" strike="noStrike" u="none">
                <a:solidFill>
                  <a:srgbClr val="000000"/>
                </a:solidFill>
                <a:effectLst/>
                <a:uFillTx/>
                <a:latin typeface="Arial"/>
              </a:rPr>
              <a:t>  The exec() functions return only if an  error  has  occurred.  The  return  value is -1, and errno is set  to indicate the error.</a:t>
            </a:r>
            <a:endParaRPr b="0" lang="en-US" sz="2600" strike="noStrike" u="none">
              <a:solidFill>
                <a:srgbClr val="000000"/>
              </a:solidFill>
              <a:effectLst/>
              <a:uFillTx/>
              <a:latin typeface="Arial"/>
            </a:endParaRPr>
          </a:p>
          <a:p>
            <a:pPr marL="432000" indent="-324000">
              <a:spcBef>
                <a:spcPts val="1417"/>
              </a:spcBef>
              <a:buClr>
                <a:srgbClr val="000000"/>
              </a:buClr>
              <a:buSzPct val="45000"/>
              <a:buFont typeface="Wingdings" charset="2"/>
              <a:buChar char=""/>
            </a:pPr>
            <a:r>
              <a:rPr b="0" lang="en-US" sz="2600" strike="noStrike" u="none">
                <a:solidFill>
                  <a:srgbClr val="000000"/>
                </a:solidFill>
                <a:effectLst/>
                <a:uFillTx/>
                <a:latin typeface="Arial"/>
              </a:rPr>
              <a:t>If it is successful, it does not RETURN!!!</a:t>
            </a:r>
            <a:endParaRPr b="0" lang="en-US" sz="2600" strike="noStrike" u="none">
              <a:solidFill>
                <a:srgbClr val="000000"/>
              </a:solidFill>
              <a:effectLst/>
              <a:uFillTx/>
              <a:latin typeface="Arial"/>
            </a:endParaRPr>
          </a:p>
          <a:p>
            <a:pPr indent="0">
              <a:spcBef>
                <a:spcPts val="1417"/>
              </a:spcBef>
              <a:buNone/>
            </a:pPr>
            <a:endParaRPr b="0" lang="en-US" sz="1400" strike="noStrike" u="none">
              <a:solidFill>
                <a:srgbClr val="000000"/>
              </a:solidFill>
              <a:effectLst/>
              <a:uFillTx/>
              <a:latin typeface="Arial"/>
            </a:endParaRPr>
          </a:p>
        </p:txBody>
      </p:sp>
      <p:pic>
        <p:nvPicPr>
          <p:cNvPr id="47" name="" descr=""/>
          <p:cNvPicPr/>
          <p:nvPr/>
        </p:nvPicPr>
        <p:blipFill>
          <a:blip r:embed="rId1"/>
          <a:stretch/>
        </p:blipFill>
        <p:spPr>
          <a:xfrm>
            <a:off x="457200" y="3657600"/>
            <a:ext cx="8229600" cy="1278720"/>
          </a:xfrm>
          <a:prstGeom prst="rect">
            <a:avLst/>
          </a:prstGeom>
          <a:noFill/>
          <a:ln w="0">
            <a:noFill/>
          </a:ln>
        </p:spPr>
      </p:pic>
      <p:pic>
        <p:nvPicPr>
          <p:cNvPr id="48" name="" descr=""/>
          <p:cNvPicPr/>
          <p:nvPr/>
        </p:nvPicPr>
        <p:blipFill>
          <a:blip r:embed="rId2"/>
          <a:stretch/>
        </p:blipFill>
        <p:spPr>
          <a:xfrm>
            <a:off x="457200" y="2971800"/>
            <a:ext cx="6042600" cy="65664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 sz="2800" strike="noStrike" u="none">
                <a:solidFill>
                  <a:schemeClr val="dk1"/>
                </a:solidFill>
                <a:effectLst/>
                <a:uFillTx/>
                <a:latin typeface="Arial"/>
                <a:ea typeface="Arial"/>
              </a:rPr>
              <a:t>A data structure as well as a file ..</a:t>
            </a:r>
            <a:r>
              <a:rPr b="0" lang="en" sz="2800" strike="noStrike" u="none">
                <a:solidFill>
                  <a:schemeClr val="dk1"/>
                </a:solidFill>
                <a:effectLst/>
                <a:uFillTx/>
                <a:latin typeface="Arial"/>
                <a:ea typeface="Arial"/>
              </a:rPr>
              <a:t>	</a:t>
            </a:r>
            <a:endParaRPr b="0" lang="en-US" sz="2800" strike="noStrike" u="none">
              <a:solidFill>
                <a:srgbClr val="000000"/>
              </a:solidFill>
              <a:effectLst/>
              <a:uFillTx/>
              <a:latin typeface="Arial"/>
            </a:endParaRPr>
          </a:p>
        </p:txBody>
      </p:sp>
      <p:sp>
        <p:nvSpPr>
          <p:cNvPr id="50"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lnSpcReduction="9999"/>
          </a:bodyPr>
          <a:p>
            <a:pPr indent="0">
              <a:lnSpc>
                <a:spcPct val="115000"/>
              </a:lnSpc>
              <a:buNone/>
              <a:tabLst>
                <a:tab algn="l" pos="0"/>
              </a:tabLst>
            </a:pPr>
            <a:r>
              <a:rPr b="1" lang="en" sz="1800" strike="noStrike" u="none">
                <a:solidFill>
                  <a:schemeClr val="dk2"/>
                </a:solidFill>
                <a:effectLst/>
                <a:uFillTx/>
                <a:latin typeface="Arial"/>
                <a:ea typeface="Arial"/>
              </a:rPr>
              <a:t>/proc</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Process information pseudo-filesystem</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This provides an interface to kernel data structures and mounted at a directory /proc</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r>
              <a:rPr b="0" lang="en" sz="1800" strike="noStrike" u="none">
                <a:solidFill>
                  <a:schemeClr val="dk2"/>
                </a:solidFill>
                <a:effectLst/>
                <a:uFillTx/>
                <a:latin typeface="Arial"/>
                <a:ea typeface="Arial"/>
              </a:rPr>
              <a:t>Application: Read data structures of a program (in this case OS Kernel) as you are reading from a file</a:t>
            </a:r>
            <a:endParaRPr b="0" lang="en-US" sz="1800" strike="noStrike" u="none">
              <a:solidFill>
                <a:srgbClr val="000000"/>
              </a:solidFill>
              <a:effectLst/>
              <a:uFillTx/>
              <a:latin typeface="Arial"/>
            </a:endParaRPr>
          </a:p>
        </p:txBody>
      </p:sp>
      <p:pic>
        <p:nvPicPr>
          <p:cNvPr id="51" name="Google Shape;92;p18" descr=""/>
          <p:cNvPicPr/>
          <p:nvPr/>
        </p:nvPicPr>
        <p:blipFill>
          <a:blip r:embed="rId1"/>
          <a:stretch/>
        </p:blipFill>
        <p:spPr>
          <a:xfrm>
            <a:off x="3404160" y="2744280"/>
            <a:ext cx="5211360" cy="63504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0" lang="en" sz="2800" strike="noStrike" u="none">
                <a:solidFill>
                  <a:schemeClr val="dk1"/>
                </a:solidFill>
                <a:effectLst/>
                <a:uFillTx/>
                <a:latin typeface="Arial"/>
                <a:ea typeface="Arial"/>
              </a:rPr>
              <a:t>man man : Things which teach also need to be learnt!</a:t>
            </a:r>
            <a:endParaRPr b="0" lang="en-US" sz="2800" strike="noStrike" u="none">
              <a:solidFill>
                <a:srgbClr val="000000"/>
              </a:solidFill>
              <a:effectLst/>
              <a:uFillTx/>
              <a:latin typeface="Arial"/>
            </a:endParaRPr>
          </a:p>
        </p:txBody>
      </p:sp>
      <p:sp>
        <p:nvSpPr>
          <p:cNvPr id="53"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lnSpcReduction="9999"/>
          </a:bodyPr>
          <a:p>
            <a:pPr indent="0">
              <a:lnSpc>
                <a:spcPct val="115000"/>
              </a:lnSpc>
              <a:buNone/>
              <a:tabLst>
                <a:tab algn="l" pos="0"/>
              </a:tabLst>
            </a:pPr>
            <a:r>
              <a:rPr b="0" lang="en" sz="1800" strike="noStrike" u="none">
                <a:solidFill>
                  <a:schemeClr val="dk2"/>
                </a:solidFill>
                <a:effectLst/>
                <a:uFillTx/>
                <a:latin typeface="Arial"/>
                <a:ea typeface="Arial"/>
              </a:rPr>
              <a:t>man command stands for user manual in Linux of commands/apis and more</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Interestingly man man shows manual of itself too.</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r>
              <a:rPr b="0" lang="en" sz="1800" strike="noStrike" u="none">
                <a:solidFill>
                  <a:schemeClr val="dk2"/>
                </a:solidFill>
                <a:effectLst/>
                <a:uFillTx/>
                <a:latin typeface="Arial"/>
                <a:ea typeface="Arial"/>
              </a:rPr>
              <a:t>Application: If something helps to learn about other things people still need to learn that. How about teacher teaches about itself too!</a:t>
            </a:r>
            <a:endParaRPr b="0" lang="en-US" sz="1800" strike="noStrike" u="none">
              <a:solidFill>
                <a:srgbClr val="000000"/>
              </a:solidFill>
              <a:effectLst/>
              <a:uFillTx/>
              <a:latin typeface="Arial"/>
            </a:endParaRPr>
          </a:p>
        </p:txBody>
      </p:sp>
      <p:pic>
        <p:nvPicPr>
          <p:cNvPr id="54" name="Google Shape;99;p19" descr=""/>
          <p:cNvPicPr/>
          <p:nvPr/>
        </p:nvPicPr>
        <p:blipFill>
          <a:blip r:embed="rId1"/>
          <a:stretch/>
        </p:blipFill>
        <p:spPr>
          <a:xfrm>
            <a:off x="1438200" y="2467080"/>
            <a:ext cx="6267240" cy="10472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 sz="2800" strike="noStrike" u="none">
                <a:solidFill>
                  <a:schemeClr val="dk1"/>
                </a:solidFill>
                <a:effectLst/>
                <a:uFillTx/>
                <a:latin typeface="Arial"/>
                <a:ea typeface="Arial"/>
              </a:rPr>
              <a:t>0 is FALSE and 0 is SUCCESS too</a:t>
            </a:r>
            <a:endParaRPr b="0" lang="en-US" sz="2800" strike="noStrike" u="none">
              <a:solidFill>
                <a:srgbClr val="000000"/>
              </a:solidFill>
              <a:effectLst/>
              <a:uFillTx/>
              <a:latin typeface="Arial"/>
            </a:endParaRPr>
          </a:p>
        </p:txBody>
      </p:sp>
      <p:sp>
        <p:nvSpPr>
          <p:cNvPr id="56"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fontScale="92500" lnSpcReduction="19999"/>
          </a:bodyPr>
          <a:p>
            <a:pPr indent="0">
              <a:lnSpc>
                <a:spcPct val="115000"/>
              </a:lnSpc>
              <a:buNone/>
              <a:tabLst>
                <a:tab algn="l" pos="0"/>
              </a:tabLst>
            </a:pPr>
            <a:r>
              <a:rPr b="0" lang="en" sz="1800" strike="noStrike" u="none">
                <a:solidFill>
                  <a:schemeClr val="dk2"/>
                </a:solidFill>
                <a:effectLst/>
                <a:uFillTx/>
                <a:latin typeface="Arial"/>
                <a:ea typeface="Arial"/>
              </a:rPr>
              <a:t>EXIT_SUCCESS</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echo $?  No no no ... don’t think success is false.</a:t>
            </a: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r>
              <a:rPr b="0" lang="en" sz="1800" strike="noStrike" u="none">
                <a:solidFill>
                  <a:schemeClr val="dk2"/>
                </a:solidFill>
                <a:effectLst/>
                <a:uFillTx/>
                <a:latin typeface="Arial"/>
                <a:ea typeface="Arial"/>
              </a:rPr>
              <a:t>Success is one, failures can be many.</a:t>
            </a:r>
            <a:endParaRPr b="0" lang="en-US" sz="1800" strike="noStrike" u="none">
              <a:solidFill>
                <a:srgbClr val="000000"/>
              </a:solidFill>
              <a:effectLst/>
              <a:uFillTx/>
              <a:latin typeface="Arial"/>
            </a:endParaRPr>
          </a:p>
        </p:txBody>
      </p:sp>
      <p:pic>
        <p:nvPicPr>
          <p:cNvPr id="57" name="Google Shape;106;p20" descr=""/>
          <p:cNvPicPr/>
          <p:nvPr/>
        </p:nvPicPr>
        <p:blipFill>
          <a:blip r:embed="rId1"/>
          <a:stretch/>
        </p:blipFill>
        <p:spPr>
          <a:xfrm>
            <a:off x="522360" y="2697840"/>
            <a:ext cx="5311440" cy="977400"/>
          </a:xfrm>
          <a:prstGeom prst="rect">
            <a:avLst/>
          </a:prstGeom>
          <a:noFill/>
          <a:ln w="0">
            <a:noFill/>
          </a:ln>
        </p:spPr>
      </p:pic>
      <p:pic>
        <p:nvPicPr>
          <p:cNvPr id="58" name="Google Shape;107;p20" descr=""/>
          <p:cNvPicPr/>
          <p:nvPr/>
        </p:nvPicPr>
        <p:blipFill>
          <a:blip r:embed="rId2"/>
          <a:stretch/>
        </p:blipFill>
        <p:spPr>
          <a:xfrm>
            <a:off x="522360" y="1613160"/>
            <a:ext cx="5311440" cy="977400"/>
          </a:xfrm>
          <a:prstGeom prst="rect">
            <a:avLst/>
          </a:prstGeom>
          <a:noFill/>
          <a:ln w="0">
            <a:noFill/>
          </a:ln>
        </p:spPr>
      </p:pic>
      <p:pic>
        <p:nvPicPr>
          <p:cNvPr id="59" name="Google Shape;108;p20" descr=""/>
          <p:cNvPicPr/>
          <p:nvPr/>
        </p:nvPicPr>
        <p:blipFill>
          <a:blip r:embed="rId3"/>
          <a:stretch/>
        </p:blipFill>
        <p:spPr>
          <a:xfrm>
            <a:off x="6116040" y="1017720"/>
            <a:ext cx="2666520" cy="2457000"/>
          </a:xfrm>
          <a:prstGeom prst="rect">
            <a:avLst/>
          </a:prstGeom>
          <a:noFill/>
          <a:ln w="0">
            <a:noFill/>
          </a:ln>
        </p:spPr>
      </p:pic>
      <p:pic>
        <p:nvPicPr>
          <p:cNvPr id="60" name="Google Shape;109;p20" descr=""/>
          <p:cNvPicPr/>
          <p:nvPr/>
        </p:nvPicPr>
        <p:blipFill>
          <a:blip r:embed="rId4"/>
          <a:stretch/>
        </p:blipFill>
        <p:spPr>
          <a:xfrm>
            <a:off x="6116040" y="3571920"/>
            <a:ext cx="2666520" cy="88056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0" lang="en" sz="2800" strike="noStrike" u="none">
                <a:solidFill>
                  <a:schemeClr val="dk1"/>
                </a:solidFill>
                <a:effectLst/>
                <a:uFillTx/>
                <a:latin typeface="Arial"/>
                <a:ea typeface="Arial"/>
              </a:rPr>
              <a:t>Zombies exist and God too ... Even in computer world!</a:t>
            </a:r>
            <a:endParaRPr b="0" lang="en-US" sz="2800" strike="noStrike" u="none">
              <a:solidFill>
                <a:srgbClr val="000000"/>
              </a:solidFill>
              <a:effectLst/>
              <a:uFillTx/>
              <a:latin typeface="Arial"/>
            </a:endParaRPr>
          </a:p>
        </p:txBody>
      </p:sp>
      <p:sp>
        <p:nvSpPr>
          <p:cNvPr id="62"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1" lang="en" sz="1800" strike="noStrike" u="none">
                <a:solidFill>
                  <a:schemeClr val="dk2"/>
                </a:solidFill>
                <a:effectLst/>
                <a:uFillTx/>
                <a:latin typeface="Arial"/>
                <a:ea typeface="Arial"/>
              </a:rPr>
              <a:t>man ps</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00" strike="noStrike" u="none">
              <a:solidFill>
                <a:srgbClr val="000000"/>
              </a:solidFill>
              <a:effectLst/>
              <a:uFillTx/>
              <a:latin typeface="Arial"/>
            </a:endParaRPr>
          </a:p>
          <a:p>
            <a:pPr indent="0">
              <a:lnSpc>
                <a:spcPct val="115000"/>
              </a:lnSpc>
              <a:spcBef>
                <a:spcPts val="1199"/>
              </a:spcBef>
              <a:buNone/>
              <a:tabLst>
                <a:tab algn="l" pos="0"/>
              </a:tabLst>
            </a:pPr>
            <a:r>
              <a:rPr b="1" lang="en" sz="1800" strike="noStrike" u="none">
                <a:solidFill>
                  <a:schemeClr val="dk2"/>
                </a:solidFill>
                <a:effectLst/>
                <a:uFillTx/>
                <a:latin typeface="Arial"/>
                <a:ea typeface="Arial"/>
              </a:rPr>
              <a:t>Init</a:t>
            </a: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r>
              <a:rPr b="0" lang="en" sz="1800" strike="noStrike" u="none">
                <a:solidFill>
                  <a:schemeClr val="dk2"/>
                </a:solidFill>
                <a:effectLst/>
                <a:uFillTx/>
                <a:latin typeface="Arial"/>
                <a:ea typeface="Arial"/>
              </a:rPr>
              <a:t>Then who manages init?</a:t>
            </a:r>
            <a:endParaRPr b="0" lang="en-US" sz="1800" strike="noStrike" u="none">
              <a:solidFill>
                <a:srgbClr val="000000"/>
              </a:solidFill>
              <a:effectLst/>
              <a:uFillTx/>
              <a:latin typeface="Arial"/>
            </a:endParaRPr>
          </a:p>
        </p:txBody>
      </p:sp>
      <p:pic>
        <p:nvPicPr>
          <p:cNvPr id="63" name="Google Shape;116;p21" descr=""/>
          <p:cNvPicPr/>
          <p:nvPr/>
        </p:nvPicPr>
        <p:blipFill>
          <a:blip r:embed="rId1"/>
          <a:stretch/>
        </p:blipFill>
        <p:spPr>
          <a:xfrm>
            <a:off x="443880" y="3589200"/>
            <a:ext cx="8123760" cy="865440"/>
          </a:xfrm>
          <a:prstGeom prst="rect">
            <a:avLst/>
          </a:prstGeom>
          <a:noFill/>
          <a:ln w="0">
            <a:noFill/>
          </a:ln>
        </p:spPr>
      </p:pic>
      <p:pic>
        <p:nvPicPr>
          <p:cNvPr id="64" name="Google Shape;117;p21" descr=""/>
          <p:cNvPicPr/>
          <p:nvPr/>
        </p:nvPicPr>
        <p:blipFill>
          <a:blip r:embed="rId2"/>
          <a:stretch/>
        </p:blipFill>
        <p:spPr>
          <a:xfrm>
            <a:off x="443880" y="1654560"/>
            <a:ext cx="8123760" cy="102168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0" lang="en" sz="2800" strike="noStrike" u="none">
                <a:solidFill>
                  <a:schemeClr val="dk1"/>
                </a:solidFill>
                <a:effectLst/>
                <a:uFillTx/>
                <a:latin typeface="Arial"/>
                <a:ea typeface="Arial"/>
              </a:rPr>
              <a:t>To support/Support to those who forget who they are :</a:t>
            </a:r>
            <a:endParaRPr b="0" lang="en-US" sz="2800" strike="noStrike" u="none">
              <a:solidFill>
                <a:srgbClr val="000000"/>
              </a:solidFill>
              <a:effectLst/>
              <a:uFillTx/>
              <a:latin typeface="Arial"/>
            </a:endParaRPr>
          </a:p>
        </p:txBody>
      </p:sp>
      <p:sp>
        <p:nvSpPr>
          <p:cNvPr id="66"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fontScale="92500" lnSpcReduction="19999"/>
          </a:bodyPr>
          <a:p>
            <a:pPr indent="0">
              <a:lnSpc>
                <a:spcPct val="115000"/>
              </a:lnSpc>
              <a:buNone/>
              <a:tabLst>
                <a:tab algn="l" pos="0"/>
              </a:tabLst>
            </a:pPr>
            <a:r>
              <a:rPr b="1" lang="en" sz="1800" strike="noStrike" u="none">
                <a:solidFill>
                  <a:schemeClr val="dk2"/>
                </a:solidFill>
                <a:effectLst/>
                <a:uFillTx/>
                <a:latin typeface="Arial"/>
                <a:ea typeface="Arial"/>
              </a:rPr>
              <a:t>who</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1" lang="en" sz="1800" strike="noStrike" u="none">
                <a:solidFill>
                  <a:schemeClr val="dk2"/>
                </a:solidFill>
                <a:effectLst/>
                <a:uFillTx/>
                <a:latin typeface="Arial"/>
                <a:ea typeface="Arial"/>
              </a:rPr>
              <a:t>whoami</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1" lang="en" sz="1800" strike="noStrike" u="none">
                <a:solidFill>
                  <a:schemeClr val="dk2"/>
                </a:solidFill>
                <a:effectLst/>
                <a:uFillTx/>
                <a:latin typeface="Arial"/>
                <a:ea typeface="Arial"/>
              </a:rPr>
              <a:t>Application:</a:t>
            </a: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r>
              <a:rPr b="1" lang="en" sz="1800" strike="noStrike" u="none">
                <a:solidFill>
                  <a:schemeClr val="dk2"/>
                </a:solidFill>
                <a:effectLst/>
                <a:uFillTx/>
                <a:latin typeface="Arial"/>
                <a:ea typeface="Arial"/>
              </a:rPr>
              <a:t>When working on multiple computers at once and performing many tasks via different roles it comes handy to remind yourself who you are and what you should be doing and what not. Ha ha ...</a:t>
            </a:r>
            <a:endParaRPr b="0" lang="en-US" sz="1800" strike="noStrike" u="none">
              <a:solidFill>
                <a:srgbClr val="000000"/>
              </a:solidFill>
              <a:effectLst/>
              <a:uFillTx/>
              <a:latin typeface="Arial"/>
            </a:endParaRPr>
          </a:p>
        </p:txBody>
      </p:sp>
      <p:pic>
        <p:nvPicPr>
          <p:cNvPr id="67" name="Google Shape;124;p22" descr=""/>
          <p:cNvPicPr/>
          <p:nvPr/>
        </p:nvPicPr>
        <p:blipFill>
          <a:blip r:embed="rId1"/>
          <a:stretch/>
        </p:blipFill>
        <p:spPr>
          <a:xfrm>
            <a:off x="3528360" y="2282040"/>
            <a:ext cx="4974840" cy="102348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fontScale="85000" lnSpcReduction="9999"/>
          </a:bodyPr>
          <a:p>
            <a:pPr indent="0">
              <a:lnSpc>
                <a:spcPct val="100000"/>
              </a:lnSpc>
              <a:buNone/>
              <a:tabLst>
                <a:tab algn="l" pos="0"/>
              </a:tabLst>
            </a:pPr>
            <a:r>
              <a:rPr b="0" lang="en" sz="2800" strike="noStrike" u="none">
                <a:solidFill>
                  <a:schemeClr val="dk1"/>
                </a:solidFill>
                <a:effectLst/>
                <a:uFillTx/>
                <a:latin typeface="Arial"/>
                <a:ea typeface="Arial"/>
              </a:rPr>
              <a:t>Everything is of importance and wants to identify by same</a:t>
            </a:r>
            <a:endParaRPr b="0" lang="en-US" sz="2800" strike="noStrike" u="none">
              <a:solidFill>
                <a:srgbClr val="000000"/>
              </a:solidFill>
              <a:effectLst/>
              <a:uFillTx/>
              <a:latin typeface="Arial"/>
            </a:endParaRPr>
          </a:p>
        </p:txBody>
      </p:sp>
      <p:sp>
        <p:nvSpPr>
          <p:cNvPr id="69"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0" lang="en" sz="1800" strike="noStrike" u="none">
                <a:solidFill>
                  <a:schemeClr val="dk2"/>
                </a:solidFill>
                <a:effectLst/>
                <a:uFillTx/>
                <a:latin typeface="Arial"/>
                <a:ea typeface="Arial"/>
              </a:rPr>
              <a:t>Administrator/Super User is known as root </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Root is / beginning of file system</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Root is also name of a user</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Root is also a directory</a:t>
            </a: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r>
              <a:rPr b="0" lang="en" sz="1800" strike="noStrike" u="none">
                <a:solidFill>
                  <a:schemeClr val="dk2"/>
                </a:solidFill>
                <a:effectLst/>
                <a:uFillTx/>
                <a:latin typeface="Arial"/>
                <a:ea typeface="Arial"/>
              </a:rPr>
              <a:t>Am I missing anything ???</a:t>
            </a:r>
            <a:endParaRPr b="0" lang="en-US" sz="1800" strike="noStrike" u="none">
              <a:solidFill>
                <a:srgbClr val="000000"/>
              </a:solidFill>
              <a:effectLst/>
              <a:uFillTx/>
              <a:latin typeface="Arial"/>
            </a:endParaRPr>
          </a:p>
        </p:txBody>
      </p:sp>
      <p:pic>
        <p:nvPicPr>
          <p:cNvPr id="70" name="Google Shape;131;p23" descr=""/>
          <p:cNvPicPr/>
          <p:nvPr/>
        </p:nvPicPr>
        <p:blipFill>
          <a:blip r:embed="rId1"/>
          <a:stretch/>
        </p:blipFill>
        <p:spPr>
          <a:xfrm>
            <a:off x="3334680" y="3040560"/>
            <a:ext cx="5213520" cy="522360"/>
          </a:xfrm>
          <a:prstGeom prst="rect">
            <a:avLst/>
          </a:prstGeom>
          <a:noFill/>
          <a:ln w="0">
            <a:noFill/>
          </a:ln>
        </p:spPr>
      </p:pic>
      <p:pic>
        <p:nvPicPr>
          <p:cNvPr id="71" name="Google Shape;132;p23" descr=""/>
          <p:cNvPicPr/>
          <p:nvPr/>
        </p:nvPicPr>
        <p:blipFill>
          <a:blip r:embed="rId2"/>
          <a:stretch/>
        </p:blipFill>
        <p:spPr>
          <a:xfrm>
            <a:off x="3334680" y="2167920"/>
            <a:ext cx="5213520" cy="62532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 sz="2800" strike="noStrike" u="none">
                <a:solidFill>
                  <a:schemeClr val="dk1"/>
                </a:solidFill>
                <a:effectLst/>
                <a:uFillTx/>
                <a:latin typeface="Arial"/>
                <a:ea typeface="Arial"/>
              </a:rPr>
              <a:t>Immunization is everywhere</a:t>
            </a:r>
            <a:endParaRPr b="0" lang="en-US" sz="2800" strike="noStrike" u="none">
              <a:solidFill>
                <a:srgbClr val="000000"/>
              </a:solidFill>
              <a:effectLst/>
              <a:uFillTx/>
              <a:latin typeface="Arial"/>
            </a:endParaRPr>
          </a:p>
        </p:txBody>
      </p:sp>
      <p:sp>
        <p:nvSpPr>
          <p:cNvPr id="73"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1" lang="en" sz="1800" strike="noStrike" u="none">
                <a:solidFill>
                  <a:schemeClr val="dk2"/>
                </a:solidFill>
                <a:effectLst/>
                <a:uFillTx/>
                <a:latin typeface="Arial"/>
                <a:ea typeface="Arial"/>
              </a:rPr>
              <a:t>nohup</a:t>
            </a: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r>
              <a:rPr b="0" lang="en" sz="1800" strike="noStrike" u="none">
                <a:solidFill>
                  <a:schemeClr val="dk2"/>
                </a:solidFill>
                <a:effectLst/>
                <a:uFillTx/>
                <a:latin typeface="Arial"/>
                <a:ea typeface="Arial"/>
              </a:rPr>
              <a:t>No hang up</a:t>
            </a:r>
            <a:endParaRPr b="0" lang="en-US" sz="1800" strike="noStrike" u="none">
              <a:solidFill>
                <a:srgbClr val="000000"/>
              </a:solidFill>
              <a:effectLst/>
              <a:uFillTx/>
              <a:latin typeface="Arial"/>
            </a:endParaRPr>
          </a:p>
        </p:txBody>
      </p:sp>
      <p:pic>
        <p:nvPicPr>
          <p:cNvPr id="74" name="Google Shape;139;p24" descr=""/>
          <p:cNvPicPr/>
          <p:nvPr/>
        </p:nvPicPr>
        <p:blipFill>
          <a:blip r:embed="rId1"/>
          <a:stretch/>
        </p:blipFill>
        <p:spPr>
          <a:xfrm>
            <a:off x="505800" y="2713680"/>
            <a:ext cx="8326080" cy="12600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 sz="2800" strike="noStrike" u="none">
                <a:solidFill>
                  <a:schemeClr val="dk1"/>
                </a:solidFill>
                <a:effectLst/>
                <a:uFillTx/>
                <a:latin typeface="Arial"/>
                <a:ea typeface="Arial"/>
              </a:rPr>
              <a:t>One man army is possible </a:t>
            </a:r>
            <a:endParaRPr b="0" lang="en-US" sz="2800" strike="noStrike" u="none">
              <a:solidFill>
                <a:srgbClr val="000000"/>
              </a:solidFill>
              <a:effectLst/>
              <a:uFillTx/>
              <a:latin typeface="Arial"/>
            </a:endParaRPr>
          </a:p>
        </p:txBody>
      </p:sp>
      <p:sp>
        <p:nvSpPr>
          <p:cNvPr id="76"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a:bodyPr>
          <a:p>
            <a:pPr indent="0">
              <a:lnSpc>
                <a:spcPct val="115000"/>
              </a:lnSpc>
              <a:buNone/>
              <a:tabLst>
                <a:tab algn="l" pos="0"/>
              </a:tabLst>
            </a:pPr>
            <a:r>
              <a:rPr b="1" lang="en" sz="1800" strike="noStrike" u="none">
                <a:solidFill>
                  <a:schemeClr val="dk2"/>
                </a:solidFill>
                <a:effectLst/>
                <a:uFillTx/>
                <a:latin typeface="Arial"/>
                <a:ea typeface="Arial"/>
              </a:rPr>
              <a:t>id (uid,gid) ,adduser</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endParaRPr b="0" lang="en-US" sz="1800" strike="noStrike" u="none">
              <a:solidFill>
                <a:srgbClr val="000000"/>
              </a:solidFill>
              <a:effectLst/>
              <a:uFillTx/>
              <a:latin typeface="Arial"/>
            </a:endParaRPr>
          </a:p>
        </p:txBody>
      </p:sp>
      <p:pic>
        <p:nvPicPr>
          <p:cNvPr id="77" name="Google Shape;146;p25" descr=""/>
          <p:cNvPicPr/>
          <p:nvPr/>
        </p:nvPicPr>
        <p:blipFill>
          <a:blip r:embed="rId1"/>
          <a:stretch/>
        </p:blipFill>
        <p:spPr>
          <a:xfrm>
            <a:off x="583200" y="1576080"/>
            <a:ext cx="7927560" cy="471600"/>
          </a:xfrm>
          <a:prstGeom prst="rect">
            <a:avLst/>
          </a:prstGeom>
          <a:noFill/>
          <a:ln w="0">
            <a:noFill/>
          </a:ln>
        </p:spPr>
      </p:pic>
      <p:pic>
        <p:nvPicPr>
          <p:cNvPr id="78" name="Google Shape;147;p25" descr=""/>
          <p:cNvPicPr/>
          <p:nvPr/>
        </p:nvPicPr>
        <p:blipFill>
          <a:blip r:embed="rId2"/>
          <a:stretch/>
        </p:blipFill>
        <p:spPr>
          <a:xfrm>
            <a:off x="682200" y="2845440"/>
            <a:ext cx="7927560" cy="572400"/>
          </a:xfrm>
          <a:prstGeom prst="rect">
            <a:avLst/>
          </a:prstGeom>
          <a:noFill/>
          <a:ln w="0">
            <a:noFill/>
          </a:ln>
        </p:spPr>
      </p:pic>
      <p:pic>
        <p:nvPicPr>
          <p:cNvPr id="79" name="Google Shape;148;p25" descr=""/>
          <p:cNvPicPr/>
          <p:nvPr/>
        </p:nvPicPr>
        <p:blipFill>
          <a:blip r:embed="rId3"/>
          <a:stretch/>
        </p:blipFill>
        <p:spPr>
          <a:xfrm>
            <a:off x="608040" y="3660480"/>
            <a:ext cx="7877520" cy="698760"/>
          </a:xfrm>
          <a:prstGeom prst="rect">
            <a:avLst/>
          </a:prstGeom>
          <a:noFill/>
          <a:ln w="0">
            <a:noFill/>
          </a:ln>
        </p:spPr>
      </p:pic>
      <p:pic>
        <p:nvPicPr>
          <p:cNvPr id="80" name="Google Shape;149;p25" descr=""/>
          <p:cNvPicPr/>
          <p:nvPr/>
        </p:nvPicPr>
        <p:blipFill>
          <a:blip r:embed="rId4"/>
          <a:stretch/>
        </p:blipFill>
        <p:spPr>
          <a:xfrm>
            <a:off x="608040" y="2131200"/>
            <a:ext cx="7927560" cy="47160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title"/>
          </p:nvPr>
        </p:nvSpPr>
        <p:spPr>
          <a:xfrm>
            <a:off x="311760" y="444960"/>
            <a:ext cx="8520120" cy="572400"/>
          </a:xfrm>
          <a:prstGeom prst="rect">
            <a:avLst/>
          </a:prstGeom>
          <a:noFill/>
          <a:ln w="0">
            <a:noFill/>
          </a:ln>
        </p:spPr>
        <p:txBody>
          <a:bodyPr lIns="91440" rIns="91440" tIns="91440" bIns="91440" anchor="t">
            <a:normAutofit lnSpcReduction="9999"/>
          </a:bodyPr>
          <a:p>
            <a:pPr indent="0">
              <a:lnSpc>
                <a:spcPct val="100000"/>
              </a:lnSpc>
              <a:buNone/>
              <a:tabLst>
                <a:tab algn="l" pos="0"/>
              </a:tabLst>
            </a:pPr>
            <a:r>
              <a:rPr b="0" lang="en" sz="2800" strike="noStrike" u="none">
                <a:solidFill>
                  <a:schemeClr val="dk1"/>
                </a:solidFill>
                <a:effectLst/>
                <a:uFillTx/>
                <a:latin typeface="Arial"/>
                <a:ea typeface="Arial"/>
              </a:rPr>
              <a:t>Thanks</a:t>
            </a:r>
            <a:endParaRPr b="0" lang="en-US" sz="2800" strike="noStrike" u="none">
              <a:solidFill>
                <a:srgbClr val="000000"/>
              </a:solidFill>
              <a:effectLst/>
              <a:uFillTx/>
              <a:latin typeface="Arial"/>
            </a:endParaRPr>
          </a:p>
        </p:txBody>
      </p:sp>
      <p:sp>
        <p:nvSpPr>
          <p:cNvPr id="82" name="PlaceHolder 2"/>
          <p:cNvSpPr>
            <a:spLocks noGrp="1"/>
          </p:cNvSpPr>
          <p:nvPr>
            <p:ph/>
          </p:nvPr>
        </p:nvSpPr>
        <p:spPr>
          <a:xfrm>
            <a:off x="311760" y="1152360"/>
            <a:ext cx="8520120" cy="3416040"/>
          </a:xfrm>
          <a:prstGeom prst="rect">
            <a:avLst/>
          </a:prstGeom>
          <a:noFill/>
          <a:ln w="0">
            <a:noFill/>
          </a:ln>
        </p:spPr>
        <p:txBody>
          <a:bodyPr lIns="91440" rIns="91440" tIns="91440" bIns="91440" anchor="t">
            <a:normAutofit lnSpcReduction="9999"/>
          </a:bodyPr>
          <a:p>
            <a:pPr indent="0">
              <a:lnSpc>
                <a:spcPct val="115000"/>
              </a:lnSpc>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If you have made through HERE</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You have learnt a few of the Linux and Computer Engineering Concepts actually.</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buNone/>
              <a:tabLst>
                <a:tab algn="l" pos="0"/>
              </a:tabLst>
            </a:pPr>
            <a:r>
              <a:rPr b="0" lang="en" sz="1800" strike="noStrike" u="none">
                <a:solidFill>
                  <a:schemeClr val="dk2"/>
                </a:solidFill>
                <a:effectLst/>
                <a:uFillTx/>
                <a:latin typeface="Arial"/>
                <a:ea typeface="Arial"/>
              </a:rPr>
              <a:t>Happy Learning !!!</a:t>
            </a:r>
            <a:endParaRPr b="0" lang="en-US" sz="1800" strike="noStrike" u="none">
              <a:solidFill>
                <a:srgbClr val="000000"/>
              </a:solidFill>
              <a:effectLst/>
              <a:uFillTx/>
              <a:latin typeface="Arial"/>
            </a:endParaRPr>
          </a:p>
          <a:p>
            <a:pPr indent="0">
              <a:lnSpc>
                <a:spcPct val="115000"/>
              </a:lnSpc>
              <a:spcBef>
                <a:spcPts val="1199"/>
              </a:spcBef>
              <a:buNone/>
              <a:tabLst>
                <a:tab algn="l" pos="0"/>
              </a:tabLst>
            </a:pPr>
            <a:endParaRPr b="0" lang="en-US" sz="1800" strike="noStrike" u="none">
              <a:solidFill>
                <a:srgbClr val="000000"/>
              </a:solidFill>
              <a:effectLst/>
              <a:uFillTx/>
              <a:latin typeface="Arial"/>
            </a:endParaRPr>
          </a:p>
          <a:p>
            <a:pPr indent="0">
              <a:lnSpc>
                <a:spcPct val="115000"/>
              </a:lnSpc>
              <a:spcBef>
                <a:spcPts val="1199"/>
              </a:spcBef>
              <a:spcAft>
                <a:spcPts val="1199"/>
              </a:spcAft>
              <a:buNone/>
              <a:tabLst>
                <a:tab algn="l" pos="0"/>
              </a:tabLst>
            </a:pPr>
            <a:r>
              <a:rPr b="0" lang="en" sz="1800" strike="noStrike" u="none">
                <a:solidFill>
                  <a:schemeClr val="dk2"/>
                </a:solidFill>
                <a:effectLst/>
                <a:uFillTx/>
                <a:latin typeface="Arial"/>
                <a:ea typeface="Arial"/>
              </a:rPr>
              <a:t>By the way there is something in Linux called HERE DOCUMENT. May wanna learn... have fun.</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LibreOffice/25.2.5.2$Linux_X86_64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2025-09-13T09:16:52Z</dcterms:modified>
  <cp:revision>1</cp:revision>
  <dc:subject/>
  <dc:title/>
</cp:coreProperties>
</file>